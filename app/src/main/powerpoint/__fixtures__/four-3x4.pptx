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914400"/>
          </a:xfrm>
          <a:prstGeom prst="ellipse">
            <a:avLst/>
          </a:prstGeom>
          <a:solidFill>
            <a:srgbClr val="00FF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2026-07-04T01:26:49Z</dcterms:created>
  <dcterms:modified xsi:type="dcterms:W3CDTF">2026-07-04T01:26:49Z</dcterms:modified>
</cp:coreProperties>
</file>