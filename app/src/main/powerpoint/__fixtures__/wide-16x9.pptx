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905000" cy="9525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143000"/>
            <a:ext cx="3810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0FF"/>
                </a:solidFill>
              </a:rPr>
              <a:t>Hello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2026-07-04T01:26:49Z</dcterms:created>
  <dcterms:modified xsi:type="dcterms:W3CDTF">2026-07-04T01:26:49Z</dcterms:modified>
</cp:coreProperties>
</file>